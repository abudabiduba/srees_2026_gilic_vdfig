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Trebuchet MS"/>
              </a:defRPr>
            </a:pPr>
            <a:r>
              <a:t>Dvostrano napajani asinhroni generator (DFIG)</a:t>
            </a:r>
          </a:p>
          <a:p>
            <a:pPr algn="l">
              <a:spcBef>
                <a:spcPts val="1000"/>
              </a:spcBef>
              <a:defRPr sz="2200">
                <a:solidFill>
                  <a:srgbClr val="009688"/>
                </a:solidFill>
                <a:latin typeface="Calibri"/>
              </a:defRPr>
            </a:pPr>
            <a:r>
              <a:t>Dinamičko DAE modeliranje, analiza i plugin pretvarač za dTwin</a:t>
            </a:r>
          </a:p>
          <a:p>
            <a:pPr algn="l">
              <a:spcBef>
                <a:spcPts val="4000"/>
              </a:spcBef>
              <a:defRPr sz="1600">
                <a:solidFill>
                  <a:srgbClr val="B4B4B4"/>
                </a:solidFill>
                <a:latin typeface="Calibri"/>
              </a:defRPr>
            </a:pPr>
            <a:r>
              <a:t>Prezentacija projekta (5-6 minuta)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Šta je to DFIG vjetroturbina?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Stator direktno spojen na mrežu: Radi na konstantnoj frekvenciji trofazne mreže.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Rotor spojen preko back-to-back pretvarača: Sastoji se od RSC (rotor) i GSC (mreža) pretvarača.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Kontrola snage klizanja: Pretvarač dimenzionisan samo za snagu klizanja (25-30% nominalne snage), što znatno smanjuje ukupne troškove opreme.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Razdvojena (dekuplovana) regulacija snage: Vektorskom kontrolom se nezavisno upravlja aktivnom (P_h) i reaktivnom (Q_h) snagom statora.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Matematički model: Milanov dq-DAE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Tri dinamičke varijable stanja (ODE):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Brzina rotora (w_m): Dinamika ravnoteže mehaničkog i elektromagnetnog momenta.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Rotorske struje (i_rq, i_rd): Vremenska kašnjenja prvog reda koja modeliraju RSC kontroler.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Elektromagnetni moment (T_e): Algebarski povezuje rotorsku struju i_rq i napon sabirnice v_h.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Ubrizgavanje snage u mrežu: Računanje aktivne snage P_h i reaktivne snage Q_h na sabirnici generatora.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Kompatibilnost sa rješavačem: Jednačine unesene direktno u ODE blokove radi stabilnijeg rada.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Arhitektura programa i ModelConverter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Faze 1-3: Parsiranje XML-a i izgradnja matrica (rijetka Y-bus matrica admitansi, guste matrice napona i parametara).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Faze 4-5: Zapisivanje konfiguracionog zaglavlja DMODL-a i deklaracija početnih stanja varijabli.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Faza 6: Sekcija parametara s konstantama i registracija algebarskih izlaza kao [out=true].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Faze 7-10: Generisanje ODE jednačina, postprocesiranja i kreiranje izlaznih datoteka (.dmodl i .vmodl).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Memorijska stabilnost: Pisanje putem lokalnih bafera sprečava curenje memorije i rušenje dTwin-a.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Simulacija i analiza: IEEE 9-sabirnički sistem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Aktivna snaga (P_h): Brzo se stabilizuje na vrijednosti od oko 1.63 p.u. (163 MW na bazi 100 MVA).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Reaktivna snaga (Q_h): Reguliše se na stabilnih -0.12 p.u. radi pružanja naponske podrške sabirnici.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Dinamika rotora: Brzina rotora (w_m) glatko ubrzava sa 1.0 p.u. i ustaljuje se na optimalnih 1.2 p.u.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Upravljanje strujama: Rotorske struje (i_rq i i_rd) stabilno prate reference pretvarača na strani rotora.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Stabilnost sinhronih mašina: Oscilacije uglova i brzina preostala dva generatora prigušuju se za manje od 4 sekunde.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Simulacija i analiza: IEEE 118-sabirnički sistem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Skalabilnost u velikoj mreži: Uspješno simuliran rad DFIG-a u sistemu sa ukupno 54 generatora.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Stabilnost DFIG-a: Lokalne regulacijske petlje vjetroturbine rade stabilno bez uticaja drugih mašina.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Sinhronizam generatora: Preostala 53 sinhrona generatora ostaju u stabilnom radu nakon uključenja DFIG-a.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Damping oscilacija: Brzine rotora sinhronih mašina se brzo prigušuju, potvrđujući da DFIG ne unosi nestabilnost.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Robusnost: Dokazan stabilan rad algoritma u velikim prenosnim mrežama.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Ključna tehnička dostignuća (Otklanjanje grešaka)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Riješen problem debalansa jednačina: Deklarisanjem P_e, P_h, Q_h u Params bloku čime je spriječen pad rješavača.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Spriječeni padovi dTwin GUI-ja: Uklonjeno oštećenje memorije izbacivanjem problematične funkcije MemoryOut::reset().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Riješen problem prevelikih datoteka: Smanjena veličina izlaznog fajla sa 6.7 MB na čistih ~2.2 KB.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Sanitacija karaktera: Zamjena Unicode crtica standardnim ASCII karakterima radi kompatibilnosti sa skenerom.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LyX kompatibilnost: Očišćena zaglavlja omogućavaju stabilno kompajliranje PDF-a na verziji 2.5.1.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Kompajliranje i instalacija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Linux (GCC / Makefile):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cmake -DCMAKE_BUILD_TYPE=Release .. &amp;&amp; cmake --build . -j$(nproc)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Windows (Visual Studio / MSBuild):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cmake .. &amp;&amp; cmake --build . --config Release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Instalacija: Kopiranje dll/so biblioteke u 'plugins' direktorijum dTwin aplikacije.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Verifikacija: test_runner vrši automatsku konverziju i testiranje rješavača na 9, 30, 118 i 300 sabirnica.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Kako se koristi plugin u dTwin-u?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Korak 1: Pokretanje dTwin grafičkog interfejsa (GUI).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Korak 2: Otvaranje menija za uvoz: Izabrati opciju **Import -&gt; Vjetroelektrana DFIG Converter**.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Korak 3: Odabir XML mreže: Učitati željeni IEEE XML fajl (npr. case9.xml ili case30.xml) iz testData foldera.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Korak 4: Pokretanje konverzije: Definisati putanju za izlazni model i kliknuti na dugme **Convert**.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Korak 5: Simulacija: Otvoriti generisani .dmodl fajl u dTwin-u i kliknuti na **Solve** za rješavanje sistema.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Zaključak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Uspješna integracija: Milanov DFIG model u potpunosti integrisan u dTwin platformu.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Stabilan rad: Plugin radi bez rušenja na Windows i Linux operativnim sistemima.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Skalabilnost: Testirano i potvrđeno na mrežama do 300 sabirnica (IEEE 300).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Visoka numerička stabilnost: Riješeni svi padovi memorije i debalansi jednačina u rješavaču.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